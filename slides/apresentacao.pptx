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Workshop de IA e Agentes Autônomos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SECOMP 2026 — Construindo Aplicações Inteligentes de Alta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👨‍🏫 Instrutor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Emmanuel Nunes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🚀 Foco Prático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LLMs, Prompt Engineering, MCP, Agentes, RAG e Segurança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💻 Projeto Final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Career-AI: Assistente de Carreira com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Visão Geral do Workshop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Jornada Prática do Conceito à Produção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01. Fundamentos &amp; Prompts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Entenda a arquitetura de LLMs e domine os 4 pilares de um prompt de alta qualidade.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02. Integração via MCP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Padronize a comunicação da IA com APIs, bancos de dados e ferramentas locais.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03. Agentes &amp; RAG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Crie agentes com capacidade de raciocínio, ferramentas e memória vetorial persistente.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Módulo 01: Introdução aos LLMs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Arquitetura e Fundamentos dos Modelos de Linguagem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🧠 Modelos Autoregressivos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Como os LLMs preveem o próximo token com base em contexto e atenção (Transformers).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🌐 Google Workspace &amp; Gemini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Uso de IA corporativa com privacidade, Deep Research, Canvas e NotebookLM.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🔑 Caso de Uso Real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Aplicações de alto impacto no cotidiano de desenvolvimento e gestão de produtos.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Módulo 02: Engenharia de Prompts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Direcionando LLMs com Precisão e Estrutura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🎯 Os 4 Pilares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Persona, Task (Tarefa), Context (Contexto) e Format (Formato de Saída).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🔄 Iteração Conversacional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Refinamento contínuo de instruções em vez de reescrita total dos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📌 Grounding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Vinculação de contexto estrito com marcações (@documento) para evitar alucinações.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Módulo 03: Model Context Protocol (MCP)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O Padrão Aberto de Conexão para Agentes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🛠️ Tools (Ferramentas)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Funções executáveis invocadas pela IA (ex: commits, execução de scripts).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📁 Resources (Recursos)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Fontes de dados estáticas e dinâmicas expostas para leitura estrita do agente.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⚡ Prompts &amp; Protocolo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Comunicação via JSON-RPC unificando clientes e servidores de ferramentas.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Módulo 04: Agentes Autônomos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Tomada de Decisão, Loops e Ferramentas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🔄 ReAct Loop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Ciclo de Raciocínio (Reasoning) e Ação (Acting) para resolver tarefas complexas.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🧰 Tool Usage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Seleção dinâmica de ferramentas com base no plano de ação e parâmetros.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👥 Orquestração Multi-Agente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Especialização de papéis (pesquisa, código, revisão) em equipe.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Módulo 05: RAG (Retrieval-Augmented Generation)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Memória Semântica e Busca Vetorial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📄 Chunking &amp; Embedding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Divisão estratégica do texto e vetorização semântica via sentence-transformers.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🗄️ Vector DB (ChromaDB)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Armazenamento e busca por similaridade de cosseno em tempo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🎯 Grounded Generation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Envio dos contextos recuperados para garantir respostas 100% embasadas.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Módulo 06: Segurança em IA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Proteção, Guardrails e Conformidade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🛡️ Prompt Injection &amp; Jailbreak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Sanitização de inputs e implementação de guardrails na entrada e saída.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🔐 Data Leakage &amp; RBAC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Controle de acesso granular às bases RAG e ferramentas do servidor MCP.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👤 Human in the Loop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Aprovações humanas para ações de alto risco (Menor Privilégio).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Projeto Final: Career-AI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Assistente de Carreira Inteligente End-to-End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⚙️ Backend (Python/FastAPI)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Pipeline RAG, serviços de agentes e rotas da aplicação.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💻 Frontend Interativo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Interface web moderna para interação e feedback do usuário.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📊 Datasets &amp; Prompts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Perguntas de entrevista, guias de estudo e otimização de currículos.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  <a:latin typeface="Arial"/>
              </a:defRPr>
            </a:pPr>
            <a:r>
              <a:t>Obrigado! Vamos Praticar!</a:t>
            </a:r>
          </a:p>
          <a:p>
            <a:pPr>
              <a:defRPr sz="1600">
                <a:solidFill>
                  <a:srgbClr val="38BDF8"/>
                </a:solidFill>
                <a:latin typeface="Arial"/>
              </a:defRPr>
            </a:pPr>
            <a:r>
              <a:t>SECOMP 2026 — Workshop de IA e Agentes Autônomos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🔗 Repositório Oficial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github.com/EmmanuelNunes/SECOMP---IA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📂 Laboratórios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Acesse a pasta /laboratorios para os notebooks práticos.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  <a:latin typeface="Arial"/>
              </a:defRPr>
            </a:pPr>
            <a:r>
              <a:t>👨‍💻 Bons Estudos!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Emmanuel Nunes — SECOMP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