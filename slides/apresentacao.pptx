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Workshop de IA e Agentes Autônomos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SECOMP 2026 — Estado da Arte em LLMs, Agentes e RAG Avançado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👨‍🏫 Instrutor &amp; Dev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Emmanuel Nunes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🎓 Equipe Acadêmica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Prof. Dr. Carlos Alex Sander Juvêncio Gulo (UNEMAT)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🔬 Referencial Metodológico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Prof. M.Sc. Sanderson Macedo - Prof. Sandeco (IFG/UFG)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01: LLMs &amp; Modelos de Raciocínio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Test-Time Compute, MoE e Multimodalidade Nativa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🧠 Reasoning Models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Cadeias de pensamento internas (Chain-of-Thought) para solução de problemas complexos.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🌐 Google Workspace + Gemini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Deep Research, Canvas, NotebookLM Audio Overviews e integração privada.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📚 Long Context (10M+)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Processamento de repositórios completos e grandes bases documentais.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02: Engenharia de Prompts de Elite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Técnicas Avançadas e Outputs Estruturados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🎯 5 Pilares de Prompts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Role, Task, Context, Constraints e Output Format delimitados.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XML Delimiters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Prevenção de confusão de contexto utilizando tags XML estruturadas.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📊 Structured Outputs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Garantia matemática de conformidade de saída com Schemas JSON / Pydantic.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03: Model Context Protocol (MCP)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A Especificação Aberta de Conexão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🛠️ Tools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Funções executáveis com parâmetros validados via JSON Schema.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📁 Resources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Fontes de leitura estáticas e dinâmicas expostas via URIs personalizadas.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⚡ Stdio &amp; SSE Transports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Comunicação padronizada em JSON-RPC 2.0 local e em nuvem.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04: Agentes &amp; Agent Harnesses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Conceitos de Harnessing e Framework Reversa (Macedo, 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🏗️ Agent Harnesses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Definição de camadas de encapsulamento para agentes de código (arXiv:2606.10106).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🔄 Framework Reversa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Engenharia reversa de código legado para especificações executáveis por IA (arXiv:2605.18684).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👤 Human in the Loop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Aprovação humana mandatória para ações destrutivas ou de risco.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05: RAG Avançado &amp; GraphRAG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Busca Híbrida, Reranking e Grafos de Conhecimento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⚡ Hybrid Search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Combinação de busca vetorial densa com busca por palavras-chave (BM25) via RRF.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🎯 Cross-Encoder Reranking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Reordenação ultra-precisa dos fragmentos antes de enviar ao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🕸️ GraphRAG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Grafos de conhecimento para sintetizar respostas sobre datasets interconectados.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06: Segurança &amp; OWASP Top 10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Proteção contra Injeção, Vazamentos e Agência Excessiva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🛡️ Prompt Injection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Proteção contra injeções diretas e indiretas em textos recuperados via RAG.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🔐 Data Leakage &amp; RBAC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Controle de acesso granular e anonimização de PII no Vector 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🚨 Guardrails Ativos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Filtros de segurança de entrada e saída operando em milissegundos.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Mantenedores &amp; Referencial Metodológico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Equipe do Workshop e Referência Científica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💻 Emmanuel Nunes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Instrutor e Desenvolvedor da Aplicação e Materiais (GitHub: @EmmanuelNunes).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🎓 Prof. Dr. Carlos Alex Gulo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Professor e Pesquisador (UNEMAT / Grupo PIXEL).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🔬 Prof. Sanderson Macedo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Prof. Sandeco (IFG/UFG) — Referencial Metodológico &amp; Pesquisador (GitHub: @sandeco).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Obrigado! Vamos à Prática!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SECOMP 2026 — Workshop de IA e Agentes Autônomos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🔗 Repositório Oficial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github.com/EmmanuelNunes/SECOMP---IA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📂 Laboratórios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Execute os notebooks em /laboratorios para fixação.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👨‍💻 Bons Estudos!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Emmanuel Nunes, Prof. Carlos Alex Gulo &amp; Prof. Sanderson Macedo — SECOMP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