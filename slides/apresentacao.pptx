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8FAFC"/>
                </a:solidFill>
              </a:defRPr>
            </a:pPr>
            <a:r>
              <a:t>Workshop de IA e Agentes Autônomos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SECOMP 2026 — Estado da Arte em LLMs, Agentes e RAG Avançado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👨‍🏫 Instrutor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Emmanuel Nunes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🚀 Foco Prático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LLMs 2026, Prompting de Elite, MCP, Agentes, RAG Híbrido e Segurança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💻 Projeto Integrador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Career-AI: Assistente de Carreira Inteligente End-to-End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8FAFC"/>
                </a:solidFill>
              </a:defRPr>
            </a:pPr>
            <a:r>
              <a:t>Módulo 01: LLMs &amp; Modelos de Raciocínio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Test-Time Compute, MoE e Multimodalidade Nativa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🧠 Reasoning Models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Cadeias de pensamento internas (Chain-of-Thought) para solução de problemas complexos.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🌐 Google Workspace + Gemini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Deep Research, Canvas, NotebookLM Audio Overviews e integração privada.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📚 Long Context (10M+)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Processamento de repositórios completos e grandes bases documentais.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8FAFC"/>
                </a:solidFill>
              </a:defRPr>
            </a:pPr>
            <a:r>
              <a:t>Módulo 02: Engenharia de Prompts de Elite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Técnicas Avançadas e Outputs Estruturados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🎯 5 Pilares de Prompts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Role, Task, Context, Constraints e Output Format delimitados.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XML Delimiters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Prevenção de confusão de contexto utilizando tags XML estruturadas.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📊 Structured Outputs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Garantia matemática de conformidade de saída com Schemas JSON / Pydantic.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8FAFC"/>
                </a:solidFill>
              </a:defRPr>
            </a:pPr>
            <a:r>
              <a:t>Módulo 03: Model Context Protocol (MCP)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A Especificação Aberta de Conexão de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🛠️ Tools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Funções executáveis com parâmetros validados via JSON Schema.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📁 Resources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Fontes de leitura estáticas e dinâmicas expostas via URIs personalizadas.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⚡ Stdio &amp; SSE Transports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Comunicação padronizada em JSON-RPC 2.0 local e em nuvem.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8FAFC"/>
                </a:solidFill>
              </a:defRPr>
            </a:pPr>
            <a:r>
              <a:t>Módulo 04: Agentes Autônomos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Loops ReAct e Orquestração Multi-Agente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🔄 Ciclo ReAct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Reasoning + Acting em loops de percepção, planejamento e 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👥 Orquestração Multi-Agente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Padrão Supervisor distribuindo sub-tarefas para agentes especialistas.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👤 Human in the Loop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Aprovação humana mandatória para ações destrutivas ou de risco.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8FAFC"/>
                </a:solidFill>
              </a:defRPr>
            </a:pPr>
            <a:r>
              <a:t>Módulo 05: RAG Avançado &amp; GraphRAG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Busca Híbrida, Reranking e Grafos de Conhecimento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⚡ Hybrid Search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Combinação de busca vetorial densa com busca por palavras-chave (BM25) via RRF.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🎯 Cross-Encoder Reranking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Reordenação ultra-precisa dos fragmentos antes de enviar ao LLM.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🕸️ GraphRAG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Grafos de conhecimento para sintetizar respostas sobre datasets interconectados.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8FAFC"/>
                </a:solidFill>
              </a:defRPr>
            </a:pPr>
            <a:r>
              <a:t>Módulo 06: Segurança &amp; OWASP Top 10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Proteção contra Injeção, Vazamentos e Agência Excessiva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🛡️ Prompt Injection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Proteção contra injeções diretas e indiretas em textos recuperados via RAG.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🔐 Data Leakage &amp; RBAC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Controle de acesso granular e anonimização de PII no Vector 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🚨 Guardrails Ativos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Filtros de segurança de entrada e saída operando em milissegundos.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8FAFC"/>
                </a:solidFill>
              </a:defRPr>
            </a:pPr>
            <a:r>
              <a:t>Projeto Integrador: Career-AI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Assistente de Carreira Inteligente de Produção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⚙️ Backend FastAPI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Rotas REST, serviços de RAG e integração com agentes LangGraph.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💻 Frontend Interativo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Interface web moderna com suporte a múltiplos agentes de carreira.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📊 Datasets &amp; Vetores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Perguntas de entrevista, tutoriais e vetorização em ChromaDB.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8FAFC"/>
                </a:solidFill>
              </a:defRPr>
            </a:pPr>
            <a:r>
              <a:t>Obrigado! Vamos à Prática!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SECOMP 2026 — Workshop de IA e Agentes Autônomos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🔗 Repositório Oficial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github.com/EmmanuelNunes/SECOMP---IA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📂 Laboratórios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Execute os notebooks em /laboratorios para fixação.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38BDF8"/>
                </a:solidFill>
              </a:defRPr>
            </a:pPr>
            <a:r>
              <a:t>👨‍💻 Bons Estudos!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Emmanuel Nunes — SECOMP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